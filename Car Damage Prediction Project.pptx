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e849a1d3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e849a1d3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e849a1d3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e849a1d3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e849a1d3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e849a1d3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849a1d3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e849a1d3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849a1d3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e849a1d3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e849a1d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e849a1d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e849a1d3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e849a1d3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e849a1d3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e849a1d3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Damage Prediction Project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Deep Learning for Automated Damage Classification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98088" y="33448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</a:t>
            </a:r>
            <a:r>
              <a:rPr lang="en"/>
              <a:t> by: Neethu Manikantan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 &amp; Objective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develop and train a robust deep learning model capable of accurately classifying various types of car damage from images.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 to streamline the damage assessment process for insurance claims or repair estimations.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Libraries Used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PyTorch: Core deep learning framework for tensor computation, neural networks, and automatic differentiation.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TorchVision: For datasets, models (pre-trained ResNet), and image transformations (data augmentation, preprocessing).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NumPy: Numerical operations, especially for handling arrays and matrices (e.g., in confusion matrix calculations).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Matplotlib: Data visualization (plotting loss/accuracy curves, confusion matrix).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Optuna: For efficient hyperparameter optimization.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Preprocessing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Dataset Size: 2300 images across 6 distinct damage classes.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Splitting: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Training Set: 75% of data (1725 images)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Validation Set: 25% of data (575 images)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Image Transformations (Data Augmentation &amp; Standardization):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RandomHorizontalFlip(): Enhances generalization.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RandomRotation(10): Introduces rotational invariance.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ColorJitter(brightness=0.2, contrast=0.2): Simulates varying lighting conditions.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Resize((224, 224)): Standardizes input dimensions for the CNN.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ToTensor(): Converts images to PyTorch tensors, scaling pixel values [0,1].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Normalize(mean=[0.485, 0.456, 0.406], std=[0.229, 0.224, 0.225]): Standardizes pixel values using ImageNet statistics, critical for pre-trained models.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Loaders: DataLoader objects are used for efficient batching (batch size 32), shuffling (training), and multi-process data loading.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Training</a:t>
            </a:r>
            <a:endParaRPr/>
          </a:p>
        </p:txBody>
      </p:sp>
      <p:pic>
        <p:nvPicPr>
          <p:cNvPr id="111" name="Google Shape;111;p17" title="Screenshot 2025-06-03 at 11.17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00" y="1104475"/>
            <a:ext cx="8581999" cy="345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 Model: ResNet50 (Residual Network 50-layer)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a pre-trained ResNet50 model from torchvision.models.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Transfer Learning: Leveraging features learned from the vast ImageNet dataset to improve performance on our specific car damage dataset.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Acts as a powerful feature extractor.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 Classifier Head: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original final fully connected layer (fc) of ResNet50 was replaced.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new nn.Linear layer was added to map the extracted features to the 6 specific car damage classes.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Architecture (Streamlit &amp; FastAPI)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Frontend (app.py - Streamlit):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User-friendly web interface for uploading car images.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Displays uploaded image and prediction result.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Sends image data to the backend via an API call.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(model_helper.py &amp; FastAPI Server):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model_helper.py contains the core inference logic.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FastAPI server (implied by app.py's API call) hosts the prediction endpoint (/predict).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Loads the trained ResNet50 model (lazy loading).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Performs image preprocessing and classification.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Returns the predicted damage class to the frontend.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Interaction: Streamlit client makes HTTP POST requests to the FastAPI server for real-time predictions.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Successfully developed and deployed a deep learning model for automated car damage classification.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Leveraged pre-trained ResNet50, extensive data augmentation, and optimized training.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Achieved a functional prototype with a Streamlit frontend and FastAPI backend.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19005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